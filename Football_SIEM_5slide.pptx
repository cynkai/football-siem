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6C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CUP [CODEX] BUILD DAY · SF × SEOUL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201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Football SIEM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Football SIEM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C5F0"/>
                </a:solidFill>
              </a:rPr>
              <a:t>경기를 보안 로그처럼 본다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</a:rPr>
              <a:t>축구 경기 이벤트를 실시간 로그 스트림처럼 처리하고,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</a:rPr>
              <a:t>이변 징후와 흐름 전환을 incident 형태로 탐지하는 프로토타입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658368"/>
            <a:ext cx="3657600" cy="3246120"/>
          </a:xfrm>
          <a:prstGeom prst="roundRect">
            <a:avLst>
              <a:gd name="adj" fmla="val 2254"/>
            </a:avLst>
          </a:prstGeom>
          <a:solidFill>
            <a:srgbClr val="122235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8686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6C5F0"/>
                </a:solidFill>
              </a:rPr>
              <a:t>LIVE SECOPS BRIDGE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5780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KOREA   2 : 1   CZECHIA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435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544"/>
                </a:solidFill>
              </a:rPr>
              <a:t>80' · THREAT CRITICAL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17830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D98A"/>
                </a:solidFill>
              </a:rPr>
              <a:t>[INFO]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33872" y="17830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C5F0"/>
                </a:solidFill>
              </a:rPr>
              <a:t>POSS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27648" y="17830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AF2FB"/>
                </a:solidFill>
              </a:rPr>
              <a:t>territorial control 66% / 34%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257800" y="20939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B544"/>
                </a:solidFill>
              </a:rPr>
              <a:t>[WARN]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33872" y="20939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C5F0"/>
                </a:solidFill>
              </a:rPr>
              <a:t>PRESS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27648" y="209397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AF2FB"/>
                </a:solidFill>
              </a:rPr>
              <a:t>high press campaign detected · intensity 23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257800" y="240487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B544"/>
                </a:solidFill>
              </a:rPr>
              <a:t>[WARN]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33872" y="24048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C5F0"/>
                </a:solidFill>
              </a:rPr>
              <a:t>TRANS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27648" y="24048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AF2FB"/>
                </a:solidFill>
              </a:rPr>
              <a:t>counter lane exposure · risk index 4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257800" y="27157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6D"/>
                </a:solidFill>
              </a:rPr>
              <a:t>[CRIT]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33872" y="2715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6C5F0"/>
                </a:solidFill>
              </a:rPr>
              <a:t>GOAL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27648" y="27157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AF2FB"/>
                </a:solidFill>
              </a:rPr>
              <a:t>GOAL — KOREA (2-1)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257800" y="3154680"/>
            <a:ext cx="2834640" cy="475488"/>
          </a:xfrm>
          <a:prstGeom prst="roundRect">
            <a:avLst>
              <a:gd name="adj" fmla="val 7692"/>
            </a:avLst>
          </a:prstGeom>
          <a:solidFill>
            <a:srgbClr val="2A1017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32918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D6D"/>
                </a:solidFill>
              </a:rPr>
              <a:t>🚨 UPSET DETECTED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점유율은 한국 우세지만, 전환 리스크와 라인 브레이크가 급증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6C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201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왜 이걸 만들었나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2"/>
                </a:solidFill>
              </a:rPr>
              <a:t>결과판이 아니라, 골 이전의 전조를 본다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47D"/>
                </a:solidFill>
              </a:rPr>
              <a:t>기존 축구 대시보드가 “무슨 일이 있었는가”를 보여준다면, Football SIEM은 “곧 무슨 일이 일어날 것 같은가”를 관제한다.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08760"/>
            <a:ext cx="73152" cy="2011680"/>
          </a:xfrm>
          <a:prstGeom prst="rect">
            <a:avLst/>
          </a:prstGeom>
          <a:solidFill>
            <a:srgbClr val="5A6DFF"/>
          </a:solidFill>
          <a:ln w="12700">
            <a:solidFill>
              <a:srgbClr val="5A6D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6550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일반적인 축구 데이터 화면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911096"/>
            <a:ext cx="23500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스코어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점유율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슈팅 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결과 요약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150876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508760"/>
            <a:ext cx="73152" cy="201168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6550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Football SIEM 관점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8144" y="1911096"/>
            <a:ext cx="23500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로그 스트림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경보 발생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incident 타임라인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이상 징후 상관분석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508760"/>
            <a:ext cx="2596896" cy="2011680"/>
          </a:xfrm>
          <a:prstGeom prst="roundRect">
            <a:avLst>
              <a:gd name="adj" fmla="val 272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1508760"/>
            <a:ext cx="73152" cy="201168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65506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핵심 차별점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1911096"/>
            <a:ext cx="234086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보안 엔지니어 시점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스포츠 데이터를 탐지 문제로 재해석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데모 순간의 임팩트가 강함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132"/>
                </a:solidFill>
              </a:rPr>
              <a:t>핵심 질문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</a:rPr>
              <a:t>누가 이길지를 맞히는 대신, 흐름이 뒤집히기 직전의 신호를 포착할 수 있을까?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</a:rPr>
              <a:t>점유율·xG·전환 리스크를 로그처럼 쌓으면 “이상 징후”로 읽을 수 있을까?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AF2FB"/>
                </a:solidFill>
              </a:rPr>
              <a:t>보안 관제 메타포를 축구 데이터에 얹었을 때 더 설명 가능한 데모가 될까?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6C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201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데모 구성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경기 리플레이를 기반으로 이벤트 → 탐지 → 경보 → incident 흐름을 만든다.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B"/>
                </a:solidFill>
              </a:rPr>
              <a:t>Match Replay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33172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점유율·슈팅·xG·파울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리플레이 이벤트 공급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84248" y="2340864"/>
            <a:ext cx="228600" cy="310896"/>
          </a:xfrm>
          <a:prstGeom prst="chevron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82880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122235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B"/>
                </a:solidFill>
              </a:rPr>
              <a:t>Feature Extraction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41448" y="233172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field tilt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transition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line breaks 계산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13048" y="2340864"/>
            <a:ext cx="228600" cy="310896"/>
          </a:xfrm>
          <a:prstGeom prst="chevron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82880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B"/>
                </a:solidFill>
              </a:rPr>
              <a:t>Detection Rules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70248" y="2331720"/>
            <a:ext cx="1152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high press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counter-attack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xG overperformance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41848" y="2340864"/>
            <a:ext cx="228600" cy="310896"/>
          </a:xfrm>
          <a:prstGeom prst="chevron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828800"/>
            <a:ext cx="1234440" cy="1371600"/>
          </a:xfrm>
          <a:prstGeom prst="roundRect">
            <a:avLst>
              <a:gd name="adj" fmla="val 4444"/>
            </a:avLst>
          </a:prstGeom>
          <a:solidFill>
            <a:srgbClr val="122235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9933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B"/>
                </a:solidFill>
              </a:rPr>
              <a:t>Incident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9048" y="2331720"/>
            <a:ext cx="1014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UPSET DETECTED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THREAT CONTAINED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TIMELINE 생성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33488" y="2340864"/>
            <a:ext cx="228600" cy="310896"/>
          </a:xfrm>
          <a:prstGeom prst="chevron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828800"/>
            <a:ext cx="1051560" cy="1371600"/>
          </a:xfrm>
          <a:prstGeom prst="roundRect">
            <a:avLst>
              <a:gd name="adj" fmla="val 521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993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53528" y="2331720"/>
            <a:ext cx="83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로그 스트림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경보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DB2C7"/>
                </a:solidFill>
              </a:rPr>
              <a:t>TTP 맵 시각화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730752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730752"/>
            <a:ext cx="73152" cy="960120"/>
          </a:xfrm>
          <a:prstGeom prst="rect">
            <a:avLst/>
          </a:prstGeom>
          <a:solidFill>
            <a:srgbClr val="5A6DFF"/>
          </a:solidFill>
          <a:ln w="12700">
            <a:solidFill>
              <a:srgbClr val="5A6D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87705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입력 신호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4133088"/>
            <a:ext cx="2167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Possession · xG · Shots · Fouls · Pressure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54680" y="3730752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3730752"/>
            <a:ext cx="73152" cy="960120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3877056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탐지 결과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9272" y="4133088"/>
            <a:ext cx="21671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Momentum Shift · Upset Risk · Territory Breach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3730752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60720" y="3730752"/>
            <a:ext cx="73152" cy="96012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3877056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전술 매핑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25312" y="4133088"/>
            <a:ext cx="25328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TAC-001 Counter-Attack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TAC-002 High Press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TAC-003 Low Block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6C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&amp; SIGNALS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201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무엇을 탐지했나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32"/>
                </a:solidFill>
              </a:rPr>
              <a:t>Detection logic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47D"/>
                </a:solidFill>
              </a:rPr>
              <a:t>축구 이벤트를 단순 수치가 아니라, 서로 상관된 이상 징후로 묶어 incident를 만든다.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17320"/>
            <a:ext cx="73152" cy="123444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6362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RULE 01 · Momentum Shift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819656"/>
            <a:ext cx="34930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최근 3분 xG 상승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field tilt 확대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shot pressure 증가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→ 흐름 전환 경보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417320"/>
            <a:ext cx="73152" cy="123444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56362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RULE 02 · Upset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6592" y="1819656"/>
            <a:ext cx="34930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약팀 득점 / 저점유 상황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transition risk 확대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scoreline과 control metrics 괴리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→ UPSET DETECTED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880360"/>
            <a:ext cx="73152" cy="1234440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266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RULE 03 · High Press Campaign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3282696"/>
            <a:ext cx="34930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press intensity 급증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turnover pressure building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→ TAC-002 활성화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88036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880360"/>
            <a:ext cx="73152" cy="123444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02666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RULE 04 · Territory Breach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3282696"/>
            <a:ext cx="34930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final-third occupation surge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• line-break delta 확대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→ 수비 구조 균열 incident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132"/>
                </a:solidFill>
              </a:rPr>
              <a:t>예시 로그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572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[WARN] PRESS  high press campaign detected · intensity 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[WARN] TRANS  counter lane exposure · risk index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[CRIT] GOAL   GOAL — KOREA (2-1)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B"/>
          </a:solidFill>
          <a:ln w="12700">
            <a:solidFill>
              <a:srgbClr val="0711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6C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201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회고와 다음 단계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익숙한 스포츠 데이터도 다른 프레임으로 보면 전혀 다른 문제처럼 보일 수 있었다.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73152" cy="2011680"/>
          </a:xfrm>
          <a:prstGeom prst="rect">
            <a:avLst/>
          </a:prstGeom>
          <a:solidFill>
            <a:srgbClr val="36C5F0"/>
          </a:solidFill>
          <a:ln w="12700">
            <a:solidFill>
              <a:srgbClr val="36C5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700784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01. 프레임의 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1956816"/>
            <a:ext cx="22585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축구 데이터는 보통 예측/결과 분석으로 소비되지만, 로그·경보·incident 관점으로 보면 전혀 다른 UX가 나온다.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54480"/>
            <a:ext cx="73152" cy="2011680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700784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02. 전조 탐지의 재미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1956816"/>
            <a:ext cx="22585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누가 이길지를 맞히는 것보다, 흐름이 뒤집히기 직전의 신호를 포착하는 문제가 더 설명 가능하고 흥미로웠다.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554480"/>
            <a:ext cx="2514600" cy="2011680"/>
          </a:xfrm>
          <a:prstGeom prst="roundRect">
            <a:avLst>
              <a:gd name="adj" fmla="val 2727"/>
            </a:avLst>
          </a:prstGeom>
          <a:solidFill>
            <a:srgbClr val="0D1826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554480"/>
            <a:ext cx="73152" cy="2011680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700784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03. 데모 임팩트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956816"/>
            <a:ext cx="22585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</a:rPr>
              <a:t>짧은 빌드데이에서는 모든 기능보다, 핵심 시나리오 하나를 실제로 살아 있게 만드는 것이 중요했다.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7955280" cy="713232"/>
          </a:xfrm>
          <a:prstGeom prst="roundRect">
            <a:avLst>
              <a:gd name="adj" fmla="val 6410"/>
            </a:avLst>
          </a:prstGeom>
          <a:solidFill>
            <a:srgbClr val="122235"/>
          </a:solidFill>
          <a:ln w="12700">
            <a:solidFill>
              <a:srgbClr val="2232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422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2FB"/>
                </a:solidFill>
              </a:rPr>
              <a:t>Next step · 감독 경질 가능성, 시즌 단위 pressure trend, 팀 전술별 리스크 탐지까지 확장 가능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78231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B2C7"/>
                </a:solidFill>
              </a:rPr>
              <a:t>Football SIEM · Detect the upset before the scoreboard does.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Nous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SIEM</dc:title>
  <dc:subject>Football SIEM demo deck</dc:subject>
  <dc:creator>Hermes Agent</dc:creator>
  <cp:lastModifiedBy>Hermes Agent</cp:lastModifiedBy>
  <cp:revision>1</cp:revision>
  <dcterms:created xsi:type="dcterms:W3CDTF">2026-06-28T13:35:28Z</dcterms:created>
  <dcterms:modified xsi:type="dcterms:W3CDTF">2026-06-28T13:35:28Z</dcterms:modified>
</cp:coreProperties>
</file>